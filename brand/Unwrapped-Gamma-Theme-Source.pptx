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41210"/>
                </a:solidFill>
                <a:latin typeface="Playfair Display"/>
              </a:defRPr>
            </a:pPr>
            <a:r>
              <a:t>Unwrapped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41210"/>
                </a:solidFill>
                <a:latin typeface="DM Sans"/>
              </a:defRPr>
            </a:pPr>
            <a:r>
              <a:t>Limited local drops from independent shops near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A7A"/>
                </a:solidFill>
                <a:latin typeface="Space Mono"/>
              </a:defRPr>
            </a:pPr>
            <a:r>
              <a:t>LONDON · shopunwrapped.com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41C"/>
                </a:solidFill>
                <a:latin typeface="Space Mono"/>
              </a:defRPr>
            </a:pPr>
            <a:r>
              <a:t>LIMITED LOCAL DROPS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1210"/>
                </a:solidFill>
                <a:latin typeface="Playfair Display"/>
              </a:defRPr>
            </a:pPr>
            <a:r>
              <a:t>Headline — Playfair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1210"/>
                </a:solidFill>
                <a:latin typeface="Space Mono"/>
              </a:defRPr>
            </a:pPr>
            <a:r>
              <a:t>Label — Space Mono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1210"/>
                </a:solidFill>
                <a:latin typeface="DM Sans"/>
              </a:defRPr>
            </a:pPr>
            <a:r>
              <a:t>Body copy — DM Sans. Reserve in seconds. Collect with QR.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341C"/>
                </a:solidFill>
                <a:latin typeface="DM Sans"/>
              </a:defRPr>
            </a:pPr>
            <a:r>
              <a:t>Accent link colour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1210"/>
                </a:solidFill>
                <a:latin typeface="Playfair Display"/>
              </a:defRPr>
            </a:pPr>
            <a:r>
              <a:t>Brand colours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194560" cy="1463040"/>
          </a:xfrm>
          <a:prstGeom prst="rect">
            <a:avLst/>
          </a:prstGeom>
          <a:solidFill>
            <a:srgbClr val="FAFAF8"/>
          </a:solidFill>
          <a:ln>
            <a:solidFill>
              <a:srgbClr val="141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41210"/>
                </a:solidFill>
                <a:latin typeface="Space Mono"/>
              </a:defRPr>
            </a:pPr>
            <a:r>
              <a:t>Background #FAFAF8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194560" cy="1463040"/>
          </a:xfrm>
          <a:prstGeom prst="rect">
            <a:avLst/>
          </a:prstGeom>
          <a:solidFill>
            <a:srgbClr val="141210"/>
          </a:solidFill>
          <a:ln>
            <a:solidFill>
              <a:srgbClr val="141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41210"/>
                </a:solidFill>
                <a:latin typeface="Space Mono"/>
              </a:defRPr>
            </a:pPr>
            <a:r>
              <a:t>Ink #141210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828800"/>
            <a:ext cx="2194560" cy="1463040"/>
          </a:xfrm>
          <a:prstGeom prst="rect">
            <a:avLst/>
          </a:prstGeom>
          <a:solidFill>
            <a:srgbClr val="E8341C"/>
          </a:solidFill>
          <a:ln>
            <a:solidFill>
              <a:srgbClr val="141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41210"/>
                </a:solidFill>
                <a:latin typeface="Space Mono"/>
              </a:defRPr>
            </a:pPr>
            <a:r>
              <a:t>Vermillion #E8341C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828800"/>
            <a:ext cx="2194560" cy="1463040"/>
          </a:xfrm>
          <a:prstGeom prst="rect">
            <a:avLst/>
          </a:prstGeom>
          <a:solidFill>
            <a:srgbClr val="7A7A7A"/>
          </a:solidFill>
          <a:ln>
            <a:solidFill>
              <a:srgbClr val="141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41210"/>
                </a:solidFill>
                <a:latin typeface="Space Mono"/>
              </a:defRPr>
            </a:pPr>
            <a:r>
              <a:t>Muted text #7A7A7A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AF8"/>
                </a:solidFill>
                <a:latin typeface="Playfair Display"/>
              </a:defRPr>
            </a:pPr>
            <a:r>
              <a:t>Unwrapped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341C"/>
                </a:solidFill>
                <a:latin typeface="Space Mono"/>
              </a:defRPr>
            </a:pPr>
            <a:r>
              <a:t>● LIVE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